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74320"/>
            <a:ext cx="105156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1168" y="1005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149840" y="320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10908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Hood: the Vision &amp; Trajectory Code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356616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programmer's tour — classes, math, configuration, and calibration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22960" y="420624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to “Robot Localization &amp; Precision Driving” — assumes you know the algorithms from that deck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63550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students and mentors  ·  Summer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deck covers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" y="1371600"/>
            <a:ext cx="10698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 map: what we wrote, what the vendors give us, and how the pieces talk.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end-to-end: camera photons → accepted measurement in the estimator.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 behind each stage — including the calculus where it matters.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important configuration constant, and the calibration routine that replaces each guess with a measurement.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" y="4572000"/>
            <a:ext cx="10698480" cy="128016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70916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Project: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VisionTestingAndCalibration (repo FRC999/2027Prototyping) — WPILib 2026 command robot, ~2,800 lines + 45 unit tests. Deep dive companions: CODE_WALKTHROUGH_VISION_AND_TRAJECTORY.md (line-by-line) and ARCHITECTURE_AND_DEPLOYMENT.md.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each piece runs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Pi 5 (coprocessor)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164592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BEAEA"/>
          </a:solidFill>
          <a:ln w="20320">
            <a:solidFill>
              <a:srgbClr val="C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00784"/>
            <a:ext cx="338328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PhotonVision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detects tags in each frame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multi-tag + single-tag PnP solves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publishes over NetworkTables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never leave the Pi — only tag observations do.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3484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roboRIO (robot code — ours)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434840" y="164592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EDF2FB"/>
          </a:solidFill>
          <a:ln w="20320">
            <a:solidFill>
              <a:srgbClr val="4472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1700784"/>
            <a:ext cx="34747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VisionIO reads observations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VisionPolicy gates + weighs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TrigSolve / covariance models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CTRE estimator fuses at 250 Hz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PathPlanner + precision command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AdvantageKit logs everything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32104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321040" y="164592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EAF3EA"/>
          </a:solidFill>
          <a:ln w="20320">
            <a:solidFill>
              <a:srgbClr val="2E7D3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0" y="1700784"/>
            <a:ext cx="31089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Driver Station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AdvantageScope (live + replay)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PathPlanner path editor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PhotonVision web UI (config + calibration)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14800" y="2834640"/>
            <a:ext cx="320040" cy="0"/>
          </a:xfrm>
          <a:prstGeom prst="line">
            <a:avLst/>
          </a:prstGeom>
          <a:noFill/>
          <a:ln w="31750">
            <a:solidFill>
              <a:srgbClr val="595959"/>
            </a:solidFill>
            <a:prstDash val="solid"/>
            <a:tailEnd type="arrow"/>
          </a:ln>
        </p:spPr>
      </p:sp>
      <p:sp>
        <p:nvSpPr>
          <p:cNvPr id="18" name="Shape 15"/>
          <p:cNvSpPr/>
          <p:nvPr/>
        </p:nvSpPr>
        <p:spPr>
          <a:xfrm>
            <a:off x="8092440" y="2834640"/>
            <a:ext cx="228600" cy="0"/>
          </a:xfrm>
          <a:prstGeom prst="line">
            <a:avLst/>
          </a:prstGeom>
          <a:noFill/>
          <a:ln w="31750">
            <a:solidFill>
              <a:srgbClr val="595959"/>
            </a:solidFill>
            <a:prstDash val="solid"/>
            <a:tailEnd type="arrow"/>
          </a:ln>
        </p:spPr>
      </p:sp>
      <p:sp>
        <p:nvSpPr>
          <p:cNvPr id="19" name="Shape 16"/>
          <p:cNvSpPr/>
          <p:nvPr/>
        </p:nvSpPr>
        <p:spPr>
          <a:xfrm>
            <a:off x="548640" y="434340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FBEAEA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" y="4407408"/>
            <a:ext cx="108082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RULE (AGENTS.md)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pose fusion and drivetrain control stay on the roboRIO. The Pi is a measurement source, never the brain. One Pi failing degrades vision; it cannot take down driving.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 map — ours vs. vendor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143000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C00000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1430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OURS (frc.robot)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286000" y="1143000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595959"/>
          </a:solidFill>
          <a:ln/>
        </p:spPr>
      </p:sp>
      <p:sp>
        <p:nvSpPr>
          <p:cNvPr id="11" name="Text 8"/>
          <p:cNvSpPr/>
          <p:nvPr/>
        </p:nvSpPr>
        <p:spPr>
          <a:xfrm>
            <a:off x="2286000" y="1143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LIBRARY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97680" y="114300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4472C4"/>
          </a:solidFill>
          <a:ln/>
        </p:spPr>
      </p:sp>
      <p:sp>
        <p:nvSpPr>
          <p:cNvPr id="13" name="Text 10"/>
          <p:cNvSpPr/>
          <p:nvPr/>
        </p:nvSpPr>
        <p:spPr>
          <a:xfrm>
            <a:off x="4297680" y="1143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WPILIB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8640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1920240"/>
            <a:ext cx="3383280" cy="1965960"/>
          </a:xfrm>
          <a:prstGeom prst="roundRect">
            <a:avLst>
              <a:gd name="adj" fmla="val 2791"/>
            </a:avLst>
          </a:prstGeom>
          <a:solidFill>
            <a:srgbClr val="FBEAEA"/>
          </a:solidFill>
          <a:ln w="17780">
            <a:solidFill>
              <a:srgbClr val="C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1956816"/>
            <a:ext cx="3236976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subsystems/vision/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Vision.java        (orchestrator)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VisionPolicy.java  (pure gates/σ)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SingleTagTrigSolver.java (pure)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VisionIO.java      (@AutoLog iface)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VisionIOPhotonVision.java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VisionIOPhotonVisionSim.java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4023360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7780">
            <a:solidFill>
              <a:srgbClr val="59595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" y="4059936"/>
            <a:ext cx="32369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photonlib: PhotonCamera,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simulation.VisionSystemSim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4937760"/>
            <a:ext cx="3383280" cy="731520"/>
          </a:xfrm>
          <a:prstGeom prst="roundRect">
            <a:avLst>
              <a:gd name="adj" fmla="val 7500"/>
            </a:avLst>
          </a:prstGeom>
          <a:solidFill>
            <a:srgbClr val="F2F2F2"/>
          </a:solidFill>
          <a:ln w="17780">
            <a:solidFill>
              <a:srgbClr val="59595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" y="4974336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AdvantageKit: Logger,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@AutoLog inputs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251960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&amp; fuse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251960" y="1920240"/>
            <a:ext cx="3383280" cy="1005840"/>
          </a:xfrm>
          <a:prstGeom prst="roundRect">
            <a:avLst>
              <a:gd name="adj" fmla="val 5455"/>
            </a:avLst>
          </a:prstGeom>
          <a:solidFill>
            <a:srgbClr val="FBEAEA"/>
          </a:solidFill>
          <a:ln w="17780">
            <a:solidFill>
              <a:srgbClr val="C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25112" y="1956816"/>
            <a:ext cx="32369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DriveSubsystem.java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extends CTRE SwerveDrivetrain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sampleHeadingAt(), reset time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251960" y="3063240"/>
            <a:ext cx="338328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 w="17780">
            <a:solidFill>
              <a:srgbClr val="59595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25112" y="3099816"/>
            <a:ext cx="323697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CTRE Phoenix 6: SwerveDrivetrain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(Kalman estimator + 250 Hz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odometry thread + pose buffer)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251960" y="4251960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17780">
            <a:solidFill>
              <a:srgbClr val="59595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325112" y="4288536"/>
            <a:ext cx="32369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pathplannerlib: AutoBuilder,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FollowPathCommand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251960" y="5166360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EDF2FB"/>
          </a:solidFill>
          <a:ln w="17780">
            <a:solidFill>
              <a:srgbClr val="4472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25112" y="5202936"/>
            <a:ext cx="32369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wpimath: Kalman internals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95528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 &amp; aim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7955280" y="192024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BEAEA"/>
          </a:solidFill>
          <a:ln w="17780">
            <a:solidFill>
              <a:srgbClr val="C000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028432" y="1956816"/>
            <a:ext cx="35112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DriveToPosePrecisionCommand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DriveAndAimCommand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AimAtGoalCommand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DriveManuallyCommand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955280" y="342900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FBEAEA"/>
          </a:solidFill>
          <a:ln w="17780">
            <a:solidFill>
              <a:srgbClr val="C000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28432" y="3465576"/>
            <a:ext cx="35112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util/AimingCalculator (pure)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RobotContainer (wiring + chooser)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955280" y="434340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EDF2FB"/>
          </a:solidFill>
          <a:ln w="17780">
            <a:solidFill>
              <a:srgbClr val="4472C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028432" y="4379976"/>
            <a:ext cx="35112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wpimath: ProfiledPIDController,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TrapezoidProfile, geometry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classes (no hardware imports) are the unit-tested core: VisionPolicy, SingleTagTrigSolver, AimingCalculator — 100% line coverage, enforced by a JaCoCo ≥90% build gate.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fusion pipeline — one frame's journey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1188720"/>
            <a:ext cx="2286000" cy="713232"/>
          </a:xfrm>
          <a:prstGeom prst="roundRect">
            <a:avLst>
              <a:gd name="adj" fmla="val 7692"/>
            </a:avLst>
          </a:prstGeom>
          <a:solidFill>
            <a:srgbClr val="F2F2F2"/>
          </a:solidFill>
          <a:ln w="20320">
            <a:solidFill>
              <a:srgbClr val="59595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18872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Capture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200400" y="118872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PhotonVision solves tags; result + capture timestamp on NT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783080" y="1901952"/>
            <a:ext cx="0" cy="128016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  <a:tailEnd type="arrow"/>
          </a:ln>
        </p:spPr>
      </p:sp>
      <p:sp>
        <p:nvSpPr>
          <p:cNvPr id="12" name="Shape 9"/>
          <p:cNvSpPr/>
          <p:nvPr/>
        </p:nvSpPr>
        <p:spPr>
          <a:xfrm>
            <a:off x="640080" y="2029968"/>
            <a:ext cx="2286000" cy="713232"/>
          </a:xfrm>
          <a:prstGeom prst="roundRect">
            <a:avLst>
              <a:gd name="adj" fmla="val 7692"/>
            </a:avLst>
          </a:prstGeom>
          <a:solidFill>
            <a:srgbClr val="F2F2F2"/>
          </a:solidFill>
          <a:ln w="20320">
            <a:solidFill>
              <a:srgbClr val="4472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02996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VisionIO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200400" y="202996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updateInputs() fills PoseObservation records; Logger.processInputs makes it replayable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783080" y="2743200"/>
            <a:ext cx="0" cy="128016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  <a:tailEnd type="arrow"/>
          </a:ln>
        </p:spPr>
      </p:sp>
      <p:sp>
        <p:nvSpPr>
          <p:cNvPr id="16" name="Shape 13"/>
          <p:cNvSpPr/>
          <p:nvPr/>
        </p:nvSpPr>
        <p:spPr>
          <a:xfrm>
            <a:off x="640080" y="2871216"/>
            <a:ext cx="2286000" cy="713232"/>
          </a:xfrm>
          <a:prstGeom prst="roundRect">
            <a:avLst>
              <a:gd name="adj" fmla="val 7692"/>
            </a:avLst>
          </a:prstGeom>
          <a:solidFill>
            <a:srgbClr val="F2F2F2"/>
          </a:solidFill>
          <a:ln w="20320">
            <a:solidFill>
              <a:srgbClr val="C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2871216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Gates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3200400" y="2871216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VisionPolicy.rejectionReason(): NO_TAGS / NON_FINITE / BAD_Z / OUTSIDE_FIELD / TOO_FAR / SINGLE_TAG_AMBIGUOUS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1783080" y="3584448"/>
            <a:ext cx="0" cy="128016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  <a:tailEnd type="arrow"/>
          </a:ln>
        </p:spPr>
      </p:sp>
      <p:sp>
        <p:nvSpPr>
          <p:cNvPr id="20" name="Shape 17"/>
          <p:cNvSpPr/>
          <p:nvPr/>
        </p:nvSpPr>
        <p:spPr>
          <a:xfrm>
            <a:off x="640080" y="3712464"/>
            <a:ext cx="2286000" cy="713232"/>
          </a:xfrm>
          <a:prstGeom prst="roundRect">
            <a:avLst>
              <a:gd name="adj" fmla="val 7692"/>
            </a:avLst>
          </a:prstGeom>
          <a:solidFill>
            <a:srgbClr val="F2F2F2"/>
          </a:solidFill>
          <a:ln w="20320">
            <a:solidFill>
              <a:srgbClr val="C0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712464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Strategy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3200400" y="3712464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single-tag + TRIG_SOLVE mode → replace XY via odometry-buffer heading (fallback: PnP)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1783080" y="4425696"/>
            <a:ext cx="0" cy="128016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  <a:tailEnd type="arrow"/>
          </a:ln>
        </p:spPr>
      </p:sp>
      <p:sp>
        <p:nvSpPr>
          <p:cNvPr id="24" name="Shape 21"/>
          <p:cNvSpPr/>
          <p:nvPr/>
        </p:nvSpPr>
        <p:spPr>
          <a:xfrm>
            <a:off x="640080" y="4553712"/>
            <a:ext cx="2286000" cy="713232"/>
          </a:xfrm>
          <a:prstGeom prst="roundRect">
            <a:avLst>
              <a:gd name="adj" fmla="val 7692"/>
            </a:avLst>
          </a:prstGeom>
          <a:solidFill>
            <a:srgbClr val="F2F2F2"/>
          </a:solidFill>
          <a:ln w="20320">
            <a:solidFill>
              <a:srgbClr val="C0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520" y="4553712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Weigh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3200400" y="4553712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standardDeviations(): isotropic or anisotropic σ; single-tag σθ = +∞ always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1783080" y="5266944"/>
            <a:ext cx="0" cy="128016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  <a:tailEnd type="arrow"/>
          </a:ln>
        </p:spPr>
      </p:sp>
      <p:sp>
        <p:nvSpPr>
          <p:cNvPr id="28" name="Shape 25"/>
          <p:cNvSpPr/>
          <p:nvPr/>
        </p:nvSpPr>
        <p:spPr>
          <a:xfrm>
            <a:off x="640080" y="5394960"/>
            <a:ext cx="2286000" cy="713232"/>
          </a:xfrm>
          <a:prstGeom prst="roundRect">
            <a:avLst>
              <a:gd name="adj" fmla="val 7692"/>
            </a:avLst>
          </a:prstGeom>
          <a:solidFill>
            <a:srgbClr val="F2F2F2"/>
          </a:solidFill>
          <a:ln w="20320">
            <a:solidFill>
              <a:srgbClr val="2E7D3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1520" y="539496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Fuse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3200400" y="539496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drive.addVisionMeasurement(pose, fpgaToCurrentTime(t), σ) → CTRE Kalman applies it AT ITS TIMESTAMP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IO layer — why vision is split in three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12801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VisionIO is an interface; the real robot binds VisionIOPhotonVision, the simulator binds VisionIOPhotonVisionSim. One swap in RobotContainer.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input crosses through @AutoLog → recorded to the .wpilog → any match can be REPLAYED against modified code on a laptop.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direct fix for 2026's “no logging” finding — tuning arguments become replay experiments.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840480"/>
            <a:ext cx="5120640" cy="2103120"/>
          </a:xfrm>
          <a:prstGeom prst="roundRect">
            <a:avLst>
              <a:gd name="adj" fmla="val 2174"/>
            </a:avLst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3913632"/>
            <a:ext cx="4901184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record PoseObservation(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timestampSeconds,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Pose3d robotPose,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ambiguity,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tagCount,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averageTagDistanceMeters,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boolean isMultiTag,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primaryTagId) {}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35040" y="128016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PoseObservation is the ONLY thing the fusion side sees — the entire camera story in 7 fields.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primaryTagId (added for TrigSolve) anchors the tag lookup and the anisotropic ray angle.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TargetObservation (tx bearing + timestamp) rides alongside for the future boresight fine-aim loop.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35040" y="3840480"/>
            <a:ext cx="5669280" cy="2103120"/>
          </a:xfrm>
          <a:prstGeom prst="roundRect">
            <a:avLst>
              <a:gd name="adj" fmla="val 2174"/>
            </a:avLst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44768" y="3913632"/>
            <a:ext cx="5449824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VisionIOPhotonVision — multi-tag branch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Transform3d fieldToCamera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multitagResult.estimatedPose.best;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Transform3d fieldToRobot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fieldToCamera.plus(robotToCamera.inverse());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Pose3d robotPose = new Pose3d(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fieldToRobot.getTranslation(),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fieldToRobot.getRotation());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gates — VisionPolicy.rejectionReason()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89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Constant (value)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Catches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NO_TAGS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empty frames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NON_FINITE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NaN/Inf on pose, distance, ambiguity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corrupt data poisoning σ math or slipping past gates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BAD_Z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MAX_ACCEPTED_Z_METERS = 0.25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3D solves that put the robot above/below the floor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OUTSIDE_FIELD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FIELD_BORDER_MARGIN_METERS = 0.50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physically impossible positions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TOO_FAR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MAX_AVERAGE_TAG_DISTANCE_METERS = 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long-range junk (candidate to relax for multi-tag)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SINGLE_TAG_AMBIGUOUS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MAX_SINGLE_TAG_AMBIGUITY = 0.20 (also rejects unknown −1)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mirror problem (kept ON under TrigSolve for a fair A/B)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5120640"/>
            <a:ext cx="11109960" cy="1051560"/>
          </a:xfrm>
          <a:prstGeom prst="roundRect">
            <a:avLst>
              <a:gd name="adj" fmla="val 5217"/>
            </a:avLst>
          </a:prstGeom>
          <a:solidFill>
            <a:srgbClr val="FBEAEA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76656" y="5184648"/>
            <a:ext cx="10853928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 (2026 fix #5)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Rejection is PHYSICAL plausibility only — there is deliberately no “distance from odometry” innovation gate, because that is the gate that locked in drift in 2026. Every rejection logs its enum to Vision/CameraX/LastRejectionReason.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Timestamps — the bug you cannot see on a bench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1280160"/>
            <a:ext cx="5760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PhotonVision stamps frames on the FPGA clock; CTRE's estimator runs on ITS OWN time base. Fusing without converting = fusing at the wrong moment in history.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 is one call — but it is a correctness requirement, not a nicety.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sampleHeadingAt() reads the SAME CTRE pose-history buffer the estimator fuses against (POSE_HISTORY_SECONDS = 0.6), so TrigSolve's heading and the fusion see one consistent timeline.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Odometry samples at ODOMETRY_UPDATE_FREQUENCY_HZ = 250 on the CANivore thread.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83680" y="1371600"/>
            <a:ext cx="5120640" cy="1463040"/>
          </a:xfrm>
          <a:prstGeom prst="roundRect">
            <a:avLst>
              <a:gd name="adj" fmla="val 3125"/>
            </a:avLst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93408" y="1444752"/>
            <a:ext cx="490118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DriveSubsystem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addVisionMeasurement(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Pose2d pose, double t, Matrix&lt;N3,N1&gt; std)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super.addVisionMeasurement(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pose, Utils.fpgaToCurrentTime(t), std);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0" y="3017520"/>
            <a:ext cx="5120640" cy="1371600"/>
          </a:xfrm>
          <a:prstGeom prst="roundRect">
            <a:avLst>
              <a:gd name="adj" fmla="val 3333"/>
            </a:avLst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93408" y="3090672"/>
            <a:ext cx="490118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Optional&lt;Rotation2d&gt; sampleHeadingAt(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fpgaTimestampSeconds)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samplePoseAt(Utils.fpgaToCurrentTime(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fpgaTimestampSeconds))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.map(Pose2d::getRotation);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583680" y="4572000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EDF2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11696" y="4636008"/>
            <a:ext cx="48646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2 m/s, a 50–100 ms-old frame describes a robot 10–20 cm behind the present. The buffer transform applies each measurement where the robot WAS, then replays odometry forward.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estimator update — the one equation everything feeds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10698480" cy="1737360"/>
          </a:xfrm>
          <a:prstGeom prst="roundRect">
            <a:avLst>
              <a:gd name="adj" fmla="val 4211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1508760"/>
            <a:ext cx="10149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x̂ ← x̂ + K (z − x̂)        K = P / (P + R)      (per axis, conceptually)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x̂ = current estimate  ·  z = camera measurement  ·  P = estimator's own uncertainty  ·  R = σ² we assign the measurement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3291840"/>
            <a:ext cx="10698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we compute lands in R. Small σ → K near 1 → the estimate jumps to the camera. Huge σ → K near 0 → frame barely matters. σθ = +∞ is how “never fuse single-tag heading” is implemented — Kθ becomes exactly 0. No special cases, no if-statements in the filter.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gates protect the assumption behind the math: Kalman filters average Gaussian noise. An ambiguity flip is NOT noise — it is a wrong hypothesis, and averaging with a wrong hypothesis pollutes the state. Reject; never down-weight garbage.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CTRE runs the multi-dimensional version of this at 250 Hz with the pose buffer handling out-of-order measurements. We feed it; we do not reimplement it.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math I — the isotropic baseline (and why d²)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280160"/>
            <a:ext cx="5486400" cy="1371600"/>
          </a:xfrm>
          <a:prstGeom prst="roundRect">
            <a:avLst>
              <a:gd name="adj" fmla="val 3333"/>
            </a:avLst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1353312"/>
            <a:ext cx="526694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VisionPolicy.standardDeviations()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k = obs.averageTagDistanceMeters();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base = k * 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 (obs.tagCount() * obs.tagCount());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xy = LINEAR_STD_DEV_BASELINE * base * camFactor;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2834640"/>
            <a:ext cx="5486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LINEAR_STD_DEV_BASELINE = 0.06 m, ANGULAR = 0.08 rad (at 1 m, 1 tag).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 tagCount²: more tags → dramatically better solve.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CAMERA_STD_DEV_FACTORS[i] (all 1.0 until measured — a worse camera should count less).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0" y="128016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29400" y="146304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LITTLE CALCULUS — why distance-squared</a:t>
            </a:r>
            <a:endParaRPr lang="en-US" sz="1100" dirty="0"/>
          </a:p>
          <a:p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tag's apparent size s ∝ 1/d.  Range is inferred from s, so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d(s) = c/s  ⇒  ∂d/∂s = −c/s² = −d²/c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fixed pixel error Δs therefore produces a range error that grows like d². The covariance model is that derivative, written as a constant.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0" y="4572000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BEAEA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28816" y="4636008"/>
            <a:ext cx="50474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(deck 1's “circle”)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σ for both X and Y — direction-blind. The along-ray (range) component is 2–4× noisier than across-ray in reality.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math II — the anisotropic model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280160"/>
            <a:ext cx="56692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46304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</a:t>
            </a:r>
            <a:endParaRPr lang="en-US" sz="1100" dirty="0"/>
          </a:p>
          <a:p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σ∥ = C∥ · d^E∥   (along camera→tag ray)</a:t>
            </a:r>
            <a:endParaRPr lang="en-US" sz="1100" dirty="0"/>
          </a:p>
          <a:p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σ⊥ = C⊥ · d^E⊥   (across the ray)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Σfield = R(α) · diag(σ∥², σ⊥²) · R(α)ᵀ</a:t>
            </a:r>
            <a:endParaRPr lang="en-US" sz="1100" dirty="0"/>
          </a:p>
          <a:p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= ray angle in field frame (from primaryTagId's known pose)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Constant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Single-tag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Multi-tag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PARALLEL_COEFF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0.060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0.015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PARALLEL_EXP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PERP_COEFF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0.030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0.0075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PERP_EXP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583680" y="137160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from 5940's 2026 code (they fit these curves from logs). 2:1 parallel:perp ratio, matched to the isotropic model at 2 m.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 keeps the baseline model on purpose — no unfitted second power law.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PROVISIONAL until test step R2 fits real coefficients — and R2 must fit them UNDER the winning single-tag strategy, because TrigSolve changes the error's shape.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effect: stops the “breathing” toward/away from the board — the prime suspect for July's 8 cm post-stop drift.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Toggle: Vision.setCovarianceModel(CovarianceModel.ANISOTROPIC) — every chooser auto pins its model explicitly.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TrigSolve — the actual math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2344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37160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p_robot  =  p_tag  −  R(θ_gyro) · ( t_robot→cam  +  R_cam · t_cam→tag )</a:t>
            </a:r>
            <a:endParaRPr lang="en-US" sz="1700" dirty="0"/>
          </a:p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tag's known field position, minus the robot→tag vector rotated by the KNOWN heading. The PnP rotation appears nowhere.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2788920"/>
            <a:ext cx="5852160" cy="3108960"/>
          </a:xfrm>
          <a:prstGeom prst="roundRect">
            <a:avLst>
              <a:gd name="adj" fmla="val 1471"/>
            </a:avLst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2862072"/>
            <a:ext cx="563270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SingleTagTrigSolver.solve() — the whole trick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Pose3d robotAtOrigin = new Pose3d(0,0,0,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Rotation3d(0,0,heading.getRadians()));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field-frame robot-&gt;tag vector: cameraToTag's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rotation is LAST in the chain, so it cannot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influence this translation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Translation3d robotToTagField = robotAtOrigin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.transformBy(robotToCamera)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.transformBy(cameraToTag)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.getTranslation();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Translation3d pos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tagPose.getTranslation().minus(robotToTagField);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new Pose2d(pos.getX(), pos.getY(), heading);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766560" y="283464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reconstructCameraToTag() inverts the IO composition exactly — no new logged field needed: cameraToTag = Transform3d(observedRobotPose ∘ robotToCamera, tagPose).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returned rotation is the heading we were GIVEN — never fused back (σθ = +∞). Fusing it would be 2026's circular-feedback bug reborn.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Pinned by unit test: corruptedPnpRotationDoesNotMoveTheSolution — we corrupt the PnP rotation on purpose and assert the answer doesn't move.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TrigSolve — wiring and failure handling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128016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 Vision (not the IO layer) so it can consult the odometry buffer: heading = drive.sampleHeadingAt(frame timestamp).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AFTER the gates, replacing only the XY of single-tag frames — the same frames are fused in both modes, so the A/B compares strategies, not datasets.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 back to PnP per frame when the buffer or tag lookup cannot answer (buffer empty right after boot/reset, unknown tag id).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weakness stays visible: a long single-tag-only stretch lets heading drift leak into XY (≈ 3.5 cm/° at 2 m). The conditional future fix — a heading-health PnP fallback — is implemented ONLY if R1/R3 logs show it.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83680" y="1371600"/>
            <a:ext cx="5120640" cy="2377440"/>
          </a:xfrm>
          <a:prstGeom prst="roundRect">
            <a:avLst>
              <a:gd name="adj" fmla="val 1923"/>
            </a:avLst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93408" y="1444752"/>
            <a:ext cx="490118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Vision.periodic() (abridged)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(strategy == TRIG_SOLVE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&amp;&amp; obs.tagCount() == 1)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Optional&lt;Pose2d&gt; solved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trigSolve(cam, obs);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(solved.isPresent())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fusedPose = solved.get();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usedTrigSolve = true;   // logged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                         // else: PnP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0" y="4023360"/>
            <a:ext cx="5120640" cy="1828800"/>
          </a:xfrm>
          <a:prstGeom prst="roundRect">
            <a:avLst>
              <a:gd name="adj" fmla="val 3000"/>
            </a:avLst>
          </a:prstGeom>
          <a:solidFill>
            <a:srgbClr val="EDF2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11696" y="4087368"/>
            <a:ext cx="486460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CHANNELS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Vision/Summary/TrigSolvedPoses (all trig-solved this loop), Vision/CameraX/LastUsedTrigSolve, Vision/Modes/SingleTagStrategy + CovarianceModel — every log names the configuration that produced it.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resets — the quarantine story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1280160"/>
            <a:ext cx="5760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1 sim log: press A to reset → pose snapped correctly → then BOUNCED BACK. Cause: in-flight camera frames captured BEFORE the reset arrived after it and were fused.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layer 1 — isPreResetFrame(): discard any frame whose capture timestamp precedes the last reset.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layer 2 — isResetSuppressed(): a fixed RESET_QUARANTINE_SECONDS = 0.35 window after every reset, because sim-delayed frames can carry timestamps that slip PAST the reset instant.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gate: AUTO_VISION_IGNORE_SECONDS = 0.3 at auto start protects the known start pose from a bad first frame. And A/B pose-reset buttons are disabled during enabled autonomous.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83680" y="1371600"/>
            <a:ext cx="5120640" cy="2011680"/>
          </a:xfrm>
          <a:prstGeom prst="roundRect">
            <a:avLst>
              <a:gd name="adj" fmla="val 2273"/>
            </a:avLst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93408" y="1444752"/>
            <a:ext cx="490118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VisionPolicy (pure, unit-tested)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boolean isPreResetFrame(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obsT, double lastResetT)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obsT &lt; lastResetT;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boolean isResetSuppressed(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nowT, double lastResetT)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nowT - lastResetT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 RESET_QUARANTINE_SECONDS;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0" y="3657600"/>
            <a:ext cx="5120640" cy="2011680"/>
          </a:xfrm>
          <a:prstGeom prst="roundRect">
            <a:avLst>
              <a:gd name="adj" fmla="val 2727"/>
            </a:avLst>
          </a:prstGeom>
          <a:solidFill>
            <a:srgbClr val="FBEAEA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11696" y="3721608"/>
            <a:ext cx="486460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2026 CONTRAST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re-anchored by hard resetPose() calls MID-MATCH (tag loss, Quest↔LL transitions) — each one discarded filter history and trusted one measurement completely. 2027: resets are a bench/test tool; in a match the filter converges via weighting, never snapping. Suppressed frames are logged to Vision/Summary/ResetSuppressedPoses.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DriveToPosePrecisionCommand — internals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1234440"/>
            <a:ext cx="5760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ProfiledPIDControllers (x, y, θ) — each runs a trapezoid motion profile toward the goal, then PID against the PROFILE, not raw error.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output clamped as a VECTOR (magnitude), not per-axis — per-axis clamping distorts the direction by up to √2 on diagonals.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 gate: success = staying inside tolerance for PRECISION_SETTLE_SECONDS continuously. Safety timeout ends it unsuccessfully after 4 s.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57607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291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Constant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Value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TRANSLATION_TOLERANCE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0.04 m (was 0.03 — runs hit 0.027 m but couldn't HOLD it)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ROTATION_TOLERANCE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1.5°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SETTLE_SECONDS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SAFETY_TIMEOUT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4.0 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DRIVE_KP / THETA_KP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3.2 / 4.5 (KD 0)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MAX v / a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1.6 m/s, 2.5 m/s²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583680" y="1371600"/>
            <a:ext cx="5120640" cy="2834640"/>
          </a:xfrm>
          <a:prstGeom prst="roundRect">
            <a:avLst>
              <a:gd name="adj" fmla="val 2581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12280" y="1508760"/>
            <a:ext cx="4663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LITTLE CALCULUS — the trapezoid profile</a:t>
            </a:r>
            <a:endParaRPr lang="en-US" sz="1100" dirty="0"/>
          </a:p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profile is v(t): accelerate at aₘₐₓ, cruise at vₘₐₓ, decelerate so v → 0 exactly at the goal. Position is its integral: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x(t) = ∫ v(t) dt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deceleration point comes from v² = 2a·d — start braking when remaining distance d = v²/2a. PID then only corrects deviation FROM this profile, so gains stay small and the arrival is not a collision.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583680" y="4434840"/>
            <a:ext cx="5120640" cy="1463040"/>
          </a:xfrm>
          <a:prstGeom prst="roundRect">
            <a:avLst>
              <a:gd name="adj" fmla="val 3750"/>
            </a:avLst>
          </a:prstGeom>
          <a:solidFill>
            <a:srgbClr val="EAF3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711696" y="4498848"/>
            <a:ext cx="486460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 WIRING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spatialHandoffAuto(): PathPlanner path .until(pose.x &gt; 3.3).andThen(precision command). The chooser also carries sequential + baseline variants and the AB: configuration matrix.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Chassis aiming &amp; shoot-on-move — a fixed-point iteration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1280160"/>
            <a:ext cx="5760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AimingCalculator: heading to a virtual GOAL_POSITION (7.5, 2.0) — one constant moves when the real target exists. No turret; the chassis is the turret.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Shoot-on-move: while moving, aim at where the goal WILL BE relative to you after the projectile's time of flight. But TOF depends on distance, which depends on the lead... circular.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iterate. TOF model = 0.25 + 0.08·d seconds; SHOOT_ON_MOVE_ITERATIONS = 15.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DriveAndAimCommand: drive with left stick, ω comes from the aim controller (kP 5.0, tol 1.5°, settle 0.2 s).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83680" y="137160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12280" y="1508760"/>
            <a:ext cx="46634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15 ITERATIONS IS ENOUGH</a:t>
            </a:r>
            <a:endParaRPr lang="en-US" sz="1100" dirty="0"/>
          </a:p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dₙ₊₁ = ||goal − v·TOF(dₙ)||  is a contraction: each pass multiplies the remaining error by roughly |v|·∂TOF/∂d = |v|·0.08 ≈ 0.13 at 1.6 m/s.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0.13¹⁵ ≈ 10⁻¹¹ — converged to machine noise long before iteration 15. (A Banach fixed point, if you want the fancy words.)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47091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 after the loop recomputes TOF from the FINAL distance — an early Codex review caught that the naive version used the stale one.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AF3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6656" y="5413248"/>
            <a:ext cx="108082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UNIT-TESTED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AimingCalculatorTest (5 tests): stationary aim, moving lead direction, TOF consistency, offset handling.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A/B machinery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280160"/>
            <a:ext cx="5669280" cy="1737360"/>
          </a:xfrm>
          <a:prstGeom prst="roundRect">
            <a:avLst>
              <a:gd name="adj" fmla="val 2632"/>
            </a:avLst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1353312"/>
            <a:ext cx="544982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VisionPolicy — the two contests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enum SingleTagStrategy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PNP, TRIG_SOLVE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enum CovarianceModel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ISOTROPIC, ANISOTROPIC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runtime setters on Vision, logged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every loop under Vision/Modes/*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3200400"/>
            <a:ext cx="5669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chooser option routes through withVisionModes(...) — baselines PIN PNP+ISOTROPIC explicitly, so a leftover experiment can never contaminate a baseline run.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AB: autos cover the matrix; curved variants add the rotation-sweep stress case.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rule (R5): best WORST-CASE end-pose error over 5 runs.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371600"/>
          <a:ext cx="51206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Chooser option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 / model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Baselines (straight, curved, precision)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PNP + ISOTROPIC (pinned)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AB: ... (TrigSolve)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TRIG_SOLVE + ISOTROPIC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AB: ... (AnisoCov)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PNP + ANISOTROPIC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AB: ... (TrigSolve+AnisoCov)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TRIG_SOLVE + ANISOTROPIC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583680" y="3931920"/>
            <a:ext cx="5120640" cy="1920240"/>
          </a:xfrm>
          <a:prstGeom prst="roundRect">
            <a:avLst>
              <a:gd name="adj" fmla="val 2857"/>
            </a:avLst>
          </a:prstGeom>
          <a:solidFill>
            <a:srgbClr val="EDF2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711696" y="3995928"/>
            <a:ext cx="486460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ENUMS + ONE CODE PATH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frames, same gates, same estimator — only the contested layer switches. A/B results are attributable to the algorithm, not to environmental drift between runs. The LoggedDashboardChooser records WHICH auto ran, in the log itself.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logging map — where to look when something is weird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10996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6629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tells you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Drive/Pose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fused pose — the single source of truth every consumer uses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Vision/Summary/AcceptedPoses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fused vision poses this loop (scatter = your noise level)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Vision/Summary/RejectedPoses + CameraX/LastRejectionReason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was thrown away and WHY (enum, not a string)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Vision/Summary/ResetSuppressedPoses / AutoSuppressedPoses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quarantine + auto-start suppression at work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Vision/CameraX/LastInnovationMeters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disagreement between camera and estimator — large + persistent = calibration/extrinsic problem, NOT a fusion-weight problem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Vision/Modes/*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SingleTagStrategy + CovarianceModel — every run self-describes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DriveToPose/* , Aim/*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vs measured, errors, settle progress, timeout flags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from AGENTS.md: every fused pose, rejection, and mode is logged — “why did the robot think it was there?” must always be answerable from the .wpilog alone.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— what guards the math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1099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7178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Suite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Pins down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VisionPolicyTest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gate incl. NaN/−1 ambiguity edge cases, both σ models, quarantine, stale-bearing logic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SingleTagTrigSolverTest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algebra + corruptedPnpRotationDoesNotMoveTheSolution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AimingCalculatorTest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aim geometry, shoot-on-move convergence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DriveToPosePrecisionMathTest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 clamp, tolerance math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3840480"/>
            <a:ext cx="10881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JaCoCo gate wired into ./gradlew check: ≥90% line coverage required on VisionPolicy, SingleTagTrigSolver, AimingCalculator (all currently 100%). Hardware-bound classes are validated by the sim/robot test plan instead.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discipline: sim first, always — VisionIOPhotonVisionSim produces real PhotonVision frames desktop-side (OV9782 model: 1280×800, 84° FOV, 50 fps, ~30 ms latency, pixel noise), so the whole pipeline runs before any hardware exists.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build (Windows): JAVA_HOME=C:\Users\Public\wpilib\2026\jdk  .\gradlew.bat compileJava test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routines — replacing every guess with a measurement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109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989320"/>
                <a:gridCol w="35661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Intrinsics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PhotonVision ChArUco calibration per camera at match resolution; mean reprojection error well under 1 px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stored in PhotonVision per camera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Extrinsics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 each lens (x,y,z) + (roll,pitch,yaw) from robot origin; verify vs surveyed pose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ROBOT_TO_*_CAMERA (code + PhotonVision, must match)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Accuracy grid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4–6 surveyed floor poses, static + slow-moving, all camera orientations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STD_DEV baselines, CAMERA_STD_DEV_FACTORS, gate values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SysId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quasistatic + dynamic runs (D-pad selects routine)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SwerveConstants gains, WHEEL_RADIUS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R2 fit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stationary scatter vs distance, fit under the WINNING single-tag strategy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ANISO_* coefficients (provisional → measured)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Provisional-value rule (AGENTS.md): unmeasured constants are MARKED provisional in code comments — never silently guessed. If you touch a lens or mount, its calibration is void.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quick reference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109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464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constants (Constants.java)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 front-left/front-right (+back-*), ROBOT_TO_* transforms (x .23, y ±.24, z .43, pitch −18°, yaw ±18°), CAMERA_STD_DEV_FACTORS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 0.25 · border 0.50 · ambiguity 0.20 · distance 5.0 · staleness 0.25 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0.06 / ANGULAR 0.08 baselines · ANISO_* (provisional) · σθ single-tag = +∞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 Hz odometry · 0.6 s pose history · auto-ignore 0.3 s · reset quarantine 0.35 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tol 0.04 m / 1.5° · settle 0.25 s · timeout 4 s · kP 3.2/4.5 · v≤1.6, a≤2.5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GOAL (7.5, 2.0) · kP 5.0 · tol 1.5° · TOF 0.25+0.08d · 15 iterations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Board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tags 1 &amp; 2 @ (6.0, 1.75/2.25, 1.05 m), 0.1651 m, facing −X · field 8×4 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values live in Constants.java with idea-traceability comments — every number cites the team/idea it came from.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685800"/>
            <a:ext cx="1737360" cy="12070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10312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Programmer takeaways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188720" y="297180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Pure math lives in pure classes.  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VisionPolicy / SingleTagTrigSolver / AimingCalculator have no hardware imports — that is why they are 100% covered and why the A/B is trustworthy.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188720" y="397764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The estimator is fed, not fought.  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put our effort into R (the trust), the gates, and the timestamps — and let the vendor Kalman do its one job.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188720" y="498348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Every constant is either measured or marked provisional.  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calibration stages exist to burn down the provisional list. Know which side each number is on before trusting a run.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next: CODE_WALKTHROUGH_VISION_AND_TRAJECTORY.md · ALGORITHM_COMPARISON_AND_EXPECTATIONS.md · AGENTS.md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2026-07-18T19:22:20Z</dcterms:created>
  <dcterms:modified xsi:type="dcterms:W3CDTF">2026-07-18T19:22:20Z</dcterms:modified>
</cp:coreProperties>
</file>