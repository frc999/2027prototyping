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1051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149840" y="320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for the Drive Team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robot behaviors, test-driving duties, and what to watch for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to “Robot Localization &amp; Precision Driving” — short and practical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mentors  · 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drive team is part of the test plan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1069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on-carpet test steps are DRIVEN tests — your hands, your placement discipline, your observations.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rule is best WORST-CASE over 5 runs: one sloppy run doesn't average away, it decides. Consistency is the whole job.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eyes are a sensor: everything is logged, but logs are found by time — “aim felt off around 0:40 in run 3” is how a 2 GB log becomes a 10-second lookup.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663440"/>
            <a:ext cx="10698480" cy="1188720"/>
          </a:xfrm>
          <a:prstGeom prst="roundRect">
            <a:avLst>
              <a:gd name="adj" fmla="val 4615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4727448"/>
            <a:ext cx="10442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LESSON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season the robot missed and nobody could say why. This season every miss is explainable — but only if runs are disciplined and observations get reported.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behaviors — don't fight the robot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4290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you'll see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path “ends” but robot keeps creeping to a spot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handoff — precision controller finishing on POSITION, not 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 it finish; do not touch the sticks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sits still ~¼ second before acting “done”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settle gate — must HOLD tolerance, not just touch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normal; count it in your cycle rhythm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gives up an approach after ~4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timeout — bad target or blocked path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it with the run time; it's logged as a timeout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 pause in vision corrections after a pose reset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 s quarantine discarding stale camera frames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expected; drive normally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Test-robot controls (one Xbox controller)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001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stick / Right stick 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field-relative drive / rotate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bumper (hold)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mode — 35% speed, for precise manual lineups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(press)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reset pose to test start (1.5, 2.0, 0°) — STATIONARY ONLY; ignored during enabled auto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(press)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drive to the tag-board test pose (4.25, 2.0, 0°)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trigger (hold)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 while auto-aiming at the virtual goal (shoot-on-move lead)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stick press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stationary square-up to the goal until settled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 (hold)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 drivetrain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D-pad + bumper/trigger combos are SysId characterization — only on request, only with the robot prepared for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 chooser — run exactly what the checklist says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chooser has baseline autos AND “AB:” experiment autos (TrigSolve / AnisoCov combinations, straight and curved).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names the exact option per run. The selected name is logged automatically — but the fastest way to ruin a test day is running the wrong config on the right path.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name out loud before enabling. Seriously.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runs: A-press reset ONLY when the robot is stationary at the start marks; never mid-auto (the button is ignored there, by design).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665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Chooser options (sample)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0" y="17373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143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VisionTest (baseline)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230428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143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VisionTest (spatial handoff)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287121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143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8712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VisionTestCurved (spatial handoff)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343814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143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4381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To Tag 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66560" y="400507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4005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AB: ... (TrigSolve)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457200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AB: ... (AnisoCov)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766560" y="513892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5138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AB: ... (TrigSolve+AnisoCov)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76656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experiment configs — tests only, never matches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Test-day driving discipline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032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start, every run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" y="21488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placed on the taped start marks the same way each time (a placement jig helps). The runs are compared 1:1 — a 3 cm placement slop looks identical to a 3 cm algorithm error.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371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032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runs, no heroes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35424" y="21488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configuration gets 5 identical runs; worst one counts. Don't “save” a bad run with a stick correction — a corrupted run is worse than a bad one. Call it, log the time, redo.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65592" y="1371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676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runs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66760" y="214884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only when stationary on the marks. Confirm the chooser. Give the battery a glance — sagging voltage changes drivetrain behavior and contaminates comparisons.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for and report (with run + time!)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13258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feels off / shot line looks wrong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symptom — now findable in logs if you timestamp it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80160" y="2103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jump — robot “teleports” on the dashboard field view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bad frame or reset issue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28803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“breathes” toward/away from the board while parked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covariance drift the oval model should fix — key observation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3657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Oscillation or shimmy at the end of a precision approach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or settle tuning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80160" y="44348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timeout (approach gives up at ~4 s)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target/obstacle problem; logged, but say it anyway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80160" y="5212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felt different from the last identical run —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identical configs is exactly what we hunt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competition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evaluation (step R5), the robot runs ONE fixed configuration — the winner. No vision mode switches on the driver station, ever. A mode you haven't practiced is a liability, not a feature.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practice with exactly the competition config; the AB: options remain for regression tests, not for matches.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per-frame smartness stays automatic: 2 tags → multi-tag, 1 tag → winner, bad frame → rejected. The robot handles it 50× a second; you drive.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the handoff rhythm in autos: fast transit → cross the line → precise finish → settle. Plan your cycle timing around the settle beat.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5093208"/>
            <a:ext cx="10442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IN THE DECISION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configuration that wins is the one with the best worst-case — which your disciplined test driving determines. You are choosing your own competition robot.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685800"/>
            <a:ext cx="173736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team takeaways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88720" y="29718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Let it finish.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creep and the settle pause are the precision working — hands off until it's done.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88720" y="39776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Consistency beats heroics.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placement, right chooser option, 5 clean runs. The worst run decides, and corrections corrupt data.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88720" y="498348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Say what you saw, with the time.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observation is the index into the logs — it turns feelings into findings.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2026-07-18T19:21:24Z</dcterms:created>
  <dcterms:modified xsi:type="dcterms:W3CDTF">2026-07-18T19:21:24Z</dcterms:modified>
</cp:coreProperties>
</file>