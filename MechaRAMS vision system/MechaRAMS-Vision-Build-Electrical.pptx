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74320"/>
            <a:ext cx="105156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1168" y="1005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0149840" y="320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2286000"/>
            <a:ext cx="109087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for the Build &amp; Electrical Teams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356616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vision system needs from the robot — and what the tests will tell us to change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22960" y="420624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 to “Robot Localization &amp; Precision Driving” — assumes you've seen the algorithms deck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63550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students and mentors  ·  Summer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vision precision starts with you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0080" y="137160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FBEAEA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1508760"/>
            <a:ext cx="10332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NUMBER TO REMEMBER</a:t>
            </a:r>
            <a:endParaRPr lang="en-US" sz="1100" dirty="0"/>
          </a:p>
          <a:p>
            <a:pPr indent="0" marL="0">
              <a:buNone/>
            </a:pPr>
            <a:r>
              <a:rPr lang="en-US" sz="1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1° camera-mount error ≈ 5+ cm of position error at 3 m.</a:t>
            </a:r>
            <a:endParaRPr lang="en-US" sz="1100" dirty="0"/>
          </a:p>
          <a:p>
            <a:pPr indent="0" marL="0">
              <a:buNone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the same size as the entire precision budget of our best driving algorithm (~3 cm). No software recovers what a loose bracket throws away.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3291840"/>
            <a:ext cx="10881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Cameras are precision optical instruments bolted to a machine that rams things. Their mounts, wiring, and power are build/electrical deliverables.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2026, our aiming was off by 2–3° with no way to tell why. Part of the fix is software — the other part is mounts we can trust and measurements we can repeat.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deck: what to build, what to measure, how testing will feed you decisions (and work), and what other teams need from you.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hardware set (pilot configuration)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1099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343400"/>
                <a:gridCol w="457200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2× Arducam OV9782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global-shutter COLOR, 1280×800, USB2, M12 low-distortion lens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global shutter is non-negotiable for a moving robot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1× Orange Pi 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runs PhotonVision; 2 camera streams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proven safe budget = 2 tag cameras per Pi; scale-up = a second Pi, not more load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Tag board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printed AprilTags (IDs 1 &amp; 2), 6.5 in / 0.1651 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our indoor “field” — flatness and placement accuracy matter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 chassis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SDS MK4 L3, CANivore, Pigeon 2 (ID 40)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testbed; 2026 robot stays intact as baseline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 path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 cameras (back-left/back-right) + 2nd Pi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if test data proves rear coverage is needed — brackets worth planning for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placement — the current (provisional) geometry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pic>
        <p:nvPicPr>
          <p:cNvPr id="8" name="Image 1" descr="/tmp/deck/img/mount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0080" y="1325880"/>
            <a:ext cx="10881360" cy="32918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4754880"/>
            <a:ext cx="10881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corners, lens at (x 0.23, y ±0.24, z 0.43 m) from robot center-floor; pitched 18° DOWN, yawed ±18° — the cross-eye angle whose exact value (and direction) the coverage tests will confirm or change.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numbers are PROVISIONAL — an engineering guess the tests will confirm or change. Build the mounts so the angle could be adjusted once, then locked and measured.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 requirements — rigid, protected, repeatable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02920" y="137160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04088" y="1554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RIGID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04088" y="210312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flex under acceleration or impact. A mount that moves 1° under load adds an error software cannot see directly — it just makes one camera mysteriously “fuzzier.” Metal brackets or thick printed parts with short load paths; no long cantilevers.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34256" y="137160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35424" y="1554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35424" y="210312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Lenses live inside the frame perimeter or behind polycarb. A scratched or bumped lens = recalibration at best. Nothing may press on the lens barrel — focus shifts void the calibration.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165592" y="137160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66760" y="1554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REPEATABLE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366760" y="210312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camera is removed and remounted, it must return to the SAME position (locating pins / machined seats beat slotted holes). Every remount without repeatability = full re-measurement + recalibration.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02920" y="4937760"/>
            <a:ext cx="11183112" cy="1097280"/>
          </a:xfrm>
          <a:prstGeom prst="roundRect">
            <a:avLst>
              <a:gd name="adj" fmla="val 5000"/>
            </a:avLst>
          </a:prstGeom>
          <a:solidFill>
            <a:srgbClr val="FBEAEA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0936" y="5001768"/>
            <a:ext cx="109270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ANY MOUNT CHANGE</a:t>
            </a:r>
            <a:endParaRPr lang="en-US" sz="1050" dirty="0"/>
          </a:p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programming immediately. The robot-to-camera transform in code and in PhotonVision must be re-measured (position to ~5 mm, angles to ~0.5°). Silent changes poison every measurement that follows.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Electrical — power, wiring, network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pic>
        <p:nvPicPr>
          <p:cNvPr id="8" name="Image 1" descr="/tmp/deck/img/wiring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2960" y="1280160"/>
            <a:ext cx="10515600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498348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Orange Pi gets its OWN 5 V regulator (≥4 A): a brownout reboots PhotonVision — ~30 s of blindness. Never share its supply with motors or the radio.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USB runs: shortest practical, away from motor power, strain-relieved at BOTH ends; Ethernet Pi → radio/switch. Label everything — “front-left” must mean the same camera every time.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tag board — our indoor field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1325880"/>
            <a:ext cx="61264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tags, IDs 1 &amp; 2, printed at EXACT scale: 0.1651 m (6.5 in) black square. A 2% print-scale error = 2% range error everywhere, forever.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Mounted at tag centers (6.0, 1.75, 1.05) and (6.0, 2.25, 1.05) in field coordinates, facing the robot (−X). 0.5 m apart, 1.05 m high.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board must be FLAT (no paper wrinkles — mount on rigid sheet), VERTICAL (check with a level), and repeatably placed — tape its floor position.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 finish; even lighting. Glare or shadow across a tag ruins frames — our color global-shutter cameras want light.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board moves or is rebuilt, its coordinates in code + PhotonVision must be updated — same rule as camera mounts: tell programming.</a:t>
            </a:r>
            <a:endParaRPr lang="en-US" sz="1350" dirty="0"/>
          </a:p>
        </p:txBody>
      </p:sp>
      <p:pic>
        <p:nvPicPr>
          <p:cNvPr id="9" name="Image 1" descr="/tmp/deck/img/apriltag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132320" y="1463040"/>
            <a:ext cx="2011680" cy="2011680"/>
          </a:xfrm>
          <a:prstGeom prst="rect">
            <a:avLst/>
          </a:prstGeom>
        </p:spPr>
      </p:pic>
      <p:pic>
        <p:nvPicPr>
          <p:cNvPr id="10" name="Image 2" descr="/tmp/deck/img/apriltag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418320" y="1463040"/>
            <a:ext cx="2011680" cy="20116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132320" y="35661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1                                ID 2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7132320" y="4114800"/>
            <a:ext cx="4297680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858000" y="4206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 m center-to-center · centers 1.05 m above floor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— where build &amp; electrical do the work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1099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297680"/>
                <a:gridCol w="4983480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happens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Your part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— Intrinsics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each camera photographs a ChArUco target from many angles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print + mount the target on a RIGID flat board at exact scale; provide good even lighting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— Extrinsics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 each lens position + angles from the robot origin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measuring itself: (x,y,z) to ~5 mm, angles to ~0.5° — jigs/fixtures welcome; CAD values are the starting point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— Accuracy grid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robot placed at surveyed floor positions, pose error recorded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tape the survey grid accurately (positions to ~1 cm); repeatable robot placement fixtures help enormously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— SysId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drivetrain characterization runs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battery fresh + secured, wheels/treads consistent, robot safely supported where needed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of thumb: the software measures to millimeters — so the physical setup has to be honest to millimeters first.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tests will tell YOU (data → build decisions)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02920" y="137160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04088" y="1554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Cross-eye angle: keep ±18° or change it?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04088" y="2331720"/>
            <a:ext cx="31089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curved-path runs produce a coverage map — when the robot turns, how often does each camera drop to 1 or 0 tags? Blind moments = a remount request with the new angle, from data, not debate.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34256" y="137160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35424" y="1554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cameras or 4?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535424" y="2331720"/>
            <a:ext cx="31089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blind moments cluster when the robot rotates away from the board, the rear camera pair earns its brackets, wiring, and second Pi. The code is already wired for them — the decision is a build/electrical project trigger.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165592" y="137160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66760" y="1554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 mount flexing?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366760" y="2331720"/>
            <a:ext cx="31089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camera gets an error-vs-distance curve. A camera consistently fuzzier than its twin at the same distance = mount flex or bad calibration. Expect a “please stiffen this bracket” ticket with the plot attached.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40080" y="5212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one of these comes from the SAME logs the algorithm tests produce — no extra test days, but real build work may come out of them.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— you're in it even without hardware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1371600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simulator runs the REAL vision pipeline with a modeled OV9782 (resolution, field of view, frame rate, latency, pixel noise) — and it places the simulated cameras using YOUR measured mount transforms.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So: mount measurements land in code → the sim immediately reflects the new geometry → coverage predictions update BEFORE anything is re-machined. Bad angle ideas die in sim, cheaply.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tag board in sim is the same layout file as the physical board — if the physical board is built to spec, sim results transfer.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loop: propose a bracket change → programming updates the transform → overnight sim run shows the coverage effect → build with confidence.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493776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EAF3EA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8096" y="5001768"/>
            <a:ext cx="1062532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BUYS</a:t>
            </a:r>
            <a:endParaRPr lang="en-US" sz="1050" dirty="0"/>
          </a:p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2026 mounting decisions were made once, blind, and lived with all season. In 2027 every geometry change gets a cheap simulated test before metal moves.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interface contract — inputs and outputs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12801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teams need FROM you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1737360"/>
            <a:ext cx="53035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camera positions/angles after ANY mount work (to ~5 mm / 0.5°).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notice when a lens, mount, or the tag board is touched — it voids calibrations.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 numbers for planned mounts (starting transforms + sim preview).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dedicated, clean 5 V supply for each Pi, and labeled camera cabling.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Rigid, repeatable fixtures: tag board, survey grid, robot placement.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309360" y="12801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get FROM the tests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309360" y="1737360"/>
            <a:ext cx="53035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maps → keep/change the cross-eye angle; rear-pair go/no-go.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Per-camera quality curves → which bracket (if any) needs stiffening.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confirmed hardware spec before competition build — camera count, positions, power budget, all backed by data.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warning of space/weight claims: cameras, Pis, regulators, and cable runs become named items in the robot budget, not afterthoughts.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Pre-test mechanical checklist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822960" y="144475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2860">
            <a:solidFill>
              <a:srgbClr val="C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463040" y="137160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mounts tight; no visible movement when pressed firmly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822960" y="21031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2860">
            <a:solidFill>
              <a:srgbClr val="C0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463040" y="202996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Lenses clean; nothing touching the lens barrels since last calibration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822960" y="276148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2860">
            <a:solidFill>
              <a:srgbClr val="C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463040" y="2688336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board flat, vertical (level-checked), on its taped floor marks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822960" y="341985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2860">
            <a:solidFill>
              <a:srgbClr val="C00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463040" y="3346704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 grid tape intact and legible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822960" y="40782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2860">
            <a:solidFill>
              <a:srgbClr val="C000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463040" y="4005072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 power connector seated + strain-relieved; cameras enumerate in PhotonVision UI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822960" y="47365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2860">
            <a:solidFill>
              <a:srgbClr val="C00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63040" y="466344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USB/Ethernet runs secured away from motor wiring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822960" y="53949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2860">
            <a:solidFill>
              <a:srgbClr val="C000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463040" y="532180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fresh and strapped; bumpers on (tests mimic match conditions)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minutes of checklist saves a whole invalidated test day.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0368" y="685800"/>
            <a:ext cx="1737360" cy="12070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103120"/>
            <a:ext cx="12188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electrical takeaways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188720" y="2971800"/>
            <a:ext cx="978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Millimeters and half-degrees are the units of this job.  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vision system is only as honest as the mounts, board, and measurements underneath it.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1188720" y="3977640"/>
            <a:ext cx="978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Changes are fine — silent changes are not.  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 a mount, lens, or the board → tell programming → re-measure. Every time.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188720" y="4983480"/>
            <a:ext cx="978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The tests will send you real work.  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maps and per-camera curves turn into bracket changes, a possible rear camera pair, and a data-backed competition spec.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0" y="60350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2026-07-18T19:23:19Z</dcterms:created>
  <dcterms:modified xsi:type="dcterms:W3CDTF">2026-07-18T19:23:19Z</dcterms:modified>
</cp:coreProperties>
</file>